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27357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7357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pptx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" y="78409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7 · LABORATORY OF INTERNET OF THINGS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4688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System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Surveillance with Web Cam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QR-code-based access control system with MQTT integration,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logging, and optional physical door actuation.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20116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Jacopo Veronese  ·  257771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keys and static badges don't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519" y="246087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46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easy revocation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or shared physical key/badge can't be selectively invalidated without changing the whole lock.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ptx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279" y="2460879"/>
            <a:ext cx="427482" cy="4274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3246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audit trail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343400" y="370332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entered, and when, is invisible unless a separate logbook is kept by hand.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38160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pptx/icons/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039" y="2460879"/>
            <a:ext cx="427482" cy="42748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8160" y="324612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provisioning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138160" y="370332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Granting or removing access requires physical presence at an administration desk.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166360"/>
            <a:ext cx="11091672" cy="10515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" y="51663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offers an alternative: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short-lived, digitally-signed credential on a personal device, verified optically, logged automatically, and revocable instantly.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Project 7 asked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688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/icon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971" y="260261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3774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authentication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297680" y="21488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26280" y="24688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011" y="260261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57800" y="23774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camera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046720" y="21488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75320" y="24688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pptx/icons/mqt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051" y="2602611"/>
            <a:ext cx="326898" cy="32689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06840" y="23774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as main protocol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4160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4805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home/claude/pptx/icons/tele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71" y="4614291"/>
            <a:ext cx="326898" cy="32689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3891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notifications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4297680" y="4160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26280" y="44805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pptx/icons/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011" y="4614291"/>
            <a:ext cx="326898" cy="32689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257800" y="43891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list with add/remove UI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8046720" y="416052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275320" y="44805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/home/claude/pptx/icons/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9051" y="4614291"/>
            <a:ext cx="326898" cy="32689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06840" y="43891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door-lock actuation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work: why signed, short-lived QR codes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credentials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badges, fixed QR codes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2461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pptx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3284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1546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no reader hardware beyond a camera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90448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/home/claude/pptx/icons/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398678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813048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Photographable / clonable — the code itself never changes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68680" y="4562856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4" name="Image 2" descr="/home/claude/pptx/icons/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645152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471416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Revoking access means reissuing or destroying the physical badge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80760" y="21031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Signed, time-limited QR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0" y="3246120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3" descr="/home/claude/pptx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32841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315468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payload, single-use, 15s validity window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00800" y="390448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3" name="Image 4" descr="/home/claude/pptx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3986784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3720" y="3813048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revocation via an append-only access log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00800" y="4562856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5" descr="/home/claude/pptx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4645152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471416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reader hardware — a phone screen + a camera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48640" y="58978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choices: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over HTTP polling for low-overhead publish/subscribe; InfluxDB over a relational store for natural time-series queries on access events.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</a:t>
            </a:r>
            <a:endParaRPr lang="en-US" sz="3200" dirty="0"/>
          </a:p>
        </p:txBody>
      </p:sp>
      <p:pic>
        <p:nvPicPr>
          <p:cNvPr id="4" name="Image 0" descr="/home/claude/pptx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417320"/>
            <a:ext cx="4160520" cy="301965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1" descr="/home/claude/pptx/icons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1931670"/>
            <a:ext cx="251460" cy="2514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6916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QR code from the user's device is decoded by the RPi camera.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2" descr="/home/claude/pptx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303270"/>
            <a:ext cx="251460" cy="2514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30632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checks it against the Authenticator and QR Manager.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3" descr="/home/claude/pptx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4674870"/>
            <a:ext cx="251460" cy="2514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44348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access is logged to InfluxDB, announced on MQTT, and — optionally — unlocks the door and notifies Telegram.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physical hardware is meant to work</a:t>
            </a:r>
            <a:endParaRPr lang="en-US" sz="3200" dirty="0"/>
          </a:p>
        </p:txBody>
      </p:sp>
      <p:pic>
        <p:nvPicPr>
          <p:cNvPr id="4" name="Image 0" descr="/home/claude/pptx/hard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21919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1" descr="/home/claude/pptx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97" y="4273677"/>
            <a:ext cx="276606" cy="2766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414223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Scanning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48640" y="4782312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Module connects to the Pi's CSI port via ribbon cable. picamera2 continuously captures frames; pyzbar decodes any QR code found in each frame.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29768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2" descr="/home/claude/pptx/icons/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837" y="4273677"/>
            <a:ext cx="276606" cy="276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37760" y="414223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Actuation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4297680" y="4782312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GPIO17 drives an opto-isolated relay. The relay's low-voltage side is safely switched by the Pi's 3.3V logic; its high-voltage side switches the strike's own 12V supply — the Pi never touches mains or strike voltage directly.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8046720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/home/claude/pptx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877" y="4273677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0" y="414223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 pulse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8046720" y="4782312"/>
            <a:ext cx="3520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valid access, the pin goes HIGH for a configurable duration (5s default), the relay closes, the strike releases — then the pin drops LOW and the door relocks automatically.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are implemented in code (camera_scanner.py, gpio_lock.py); this diagram documents the intended wiring for the parts not yet physically validated (Section VII-C).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QR code that can't just be photographed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27357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PIN-authenticated request creates a JSON payload: user, zone, unique ID, 15s expiry.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3774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273579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11880" y="3154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36118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over the payload, keyed by a server-side master secret.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27357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3154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&amp; verify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checked with a constant-time comparison; code is single-use.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237744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273579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81160" y="31546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81160" y="361188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code older than its window is rejected, bounding replay to seconds.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" y="22722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80720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GPIO host running the whole controller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9768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ptx/icons/mqt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227228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/ Mosquitto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297680" y="280720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QR, and access-list request/response API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046720" y="21488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pptx/icons/d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164" y="22722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3252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InfluxDB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046720" y="280720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store for users and access events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pptx/icons/we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414680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8640" y="468172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web UI for managing the access list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29768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/home/claude/pptx/icons/tele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24" y="4146804"/>
            <a:ext cx="301752" cy="3017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8348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Bot API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297680" y="468172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on granted / denied access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04672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/home/claude/pptx/icons/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164" y="4146804"/>
            <a:ext cx="301752" cy="30175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32520" y="3977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GPIO relay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046720" y="4681728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physical door-strike actuation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responsibility per module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66160" y="2103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reads/writes — users, revocation, access log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6700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authenticator.py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66160" y="26700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check, access-window validation, lockout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23697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qr_manager.py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66160" y="323697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signing / verification of QR payloads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8039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camera_scanner.py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380390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camera capture + pyzbar decoding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3708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mqtt_handler.py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66160" y="43708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API over MQTT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gpio_lock.py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66160" y="4937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actuation with simulated fallback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5046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web_app.py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66160" y="55046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management UI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independently testable — the web UI, for example, reuses only the database layer, with no dependency on MQTT or the camera.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management interface</a:t>
            </a:r>
            <a:endParaRPr lang="en-US" sz="3200" dirty="0"/>
          </a:p>
        </p:txBody>
      </p:sp>
      <p:pic>
        <p:nvPicPr>
          <p:cNvPr id="4" name="Image 0" descr="/home/claude/pptx/web_ui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554480"/>
            <a:ext cx="6675120" cy="37905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92040" y="1508760"/>
            <a:ext cx="6766560" cy="3882021"/>
          </a:xfrm>
          <a:prstGeom prst="roundRect">
            <a:avLst>
              <a:gd name="adj" fmla="val 1178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/home/claude/pptx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1" y="2098091"/>
            <a:ext cx="211226" cy="2112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90195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user: generates a PIN and writes the grant to InfluxDB.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2" descr="/home/claude/pptx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3149651"/>
            <a:ext cx="211226" cy="2112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95351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user: revokes access immediately.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3" descr="/home/claude/pptx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1" y="4201211"/>
            <a:ext cx="211226" cy="2112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400507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the same data the CLI and MQTT paths use.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5166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4" descr="/home/claude/pptx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51" y="5252771"/>
            <a:ext cx="211226" cy="2112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505663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independently of the camera and MQTT client.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terminal output from the deployed 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4709160"/>
          </a:xfrm>
          <a:prstGeom prst="roundRect">
            <a:avLst>
              <a:gd name="adj" fmla="val 1553"/>
            </a:avLst>
          </a:prstGeom>
          <a:solidFill>
            <a:srgbClr val="14161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128016" cy="128016"/>
          </a:xfrm>
          <a:prstGeom prst="ellipse">
            <a:avLst/>
          </a:prstGeom>
          <a:solidFill>
            <a:srgbClr val="E8544E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1783080"/>
            <a:ext cx="128016" cy="128016"/>
          </a:xfrm>
          <a:prstGeom prst="ellipse">
            <a:avLst/>
          </a:prstGeom>
          <a:solidFill>
            <a:srgbClr val="E8B33D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1783080"/>
            <a:ext cx="128016" cy="128016"/>
          </a:xfrm>
          <a:prstGeom prst="ellipse">
            <a:avLst/>
          </a:prstGeom>
          <a:solidFill>
            <a:srgbClr val="3DBE5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1045159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main.py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 to MQTT broker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ACCESS ===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option (1-2): 1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User ID: test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PIN: 328896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Temporary QR generated for test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 for 120 seconds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 saved: ./temp_qr/temp_qr_test_20260910_203245.png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ACCESS CONTROL SYSTEM ===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 option (1-5): 4   # Manual QR test (no camera needed)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 the raw QR payload printed after generating a QR: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{"data":{"qr_id":"a02eb97e-...","user_id":"test",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"zone":"lab-1", ...}, "signature":"857770..."}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[door-lock] (simulated) unlocking for 5s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7E2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GRANTED: Access granted - test (lab-1)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directly from the running system — not a mock-up. The matching Telegram notification is shown next.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notification, delivered live</a:t>
            </a:r>
            <a:endParaRPr lang="en-US" sz="3200" dirty="0"/>
          </a:p>
        </p:txBody>
      </p:sp>
      <p:pic>
        <p:nvPicPr>
          <p:cNvPr id="4" name="Image 0" descr="/home/claude/pptx/telegram_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417320"/>
            <a:ext cx="3383280" cy="25642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46720" y="1371600"/>
            <a:ext cx="3474720" cy="2655723"/>
          </a:xfrm>
          <a:prstGeom prst="roundRect">
            <a:avLst>
              <a:gd name="adj" fmla="val 1722"/>
            </a:avLst>
          </a:prstGeom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/home/claude/pptx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2205990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01168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credentials in .env were replaced with a real bot token and chat ID.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2" descr="/home/claude/pptx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25755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0632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manual-test run shown on the previous slide triggered notifier.py for real.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3" descr="/home/claude/pptx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430911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411480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arrived on a live device within seconds — not a screenshot of the old prototype.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confirmed working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23991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860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end-to-end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MQTT broker connectivity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4472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InfluxDB add / list / revoke user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392277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generation after PIN auth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68680" y="43982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validation (manual test path)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48737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Web UI add / remove user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68680" y="5349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Telegram delivery (live message received)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172200" y="201168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BF3DE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92240" y="22860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1" descr="/home/claude/pptx/icons/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397" y="2399157"/>
            <a:ext cx="276606" cy="27660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22860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 validated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492240" y="3017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camera-triggered scan (cable fragile)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492240" y="3566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Physical door-lock relay (simulated only)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bug, found and fixed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/home/claude/pptx/icon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7627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Symptom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24231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revoked-then-re-added user, under a new zone, was rejected as “not found” by authentication — even though the web UI listed them as active.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429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pptx/icons/g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59359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384048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groups points into separate series by full tag set. The lookup only read the first series returned — sometimes the stale, revoked one.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48463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pptx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01091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892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52578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every returned series and take the point with the latest timestamp overall — verified to resolve the discrepancy.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/icons/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22059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202996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CSI cable connection (strain relief / shorter cable) and complete a live camera-triggered test.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944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pptx/icons/g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" y="304723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871216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 physical relay + electric strike to validate gpio_lock.py on real hardware.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48640" y="37856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/home/claude/pptx/icons/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3888486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712464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access-log view and live status to the web UI.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46268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/home/claude/pptx/icons/g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4729734"/>
            <a:ext cx="251460" cy="251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55371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tests around the multi-series lookup behavior.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modular, MQTT-centric access controller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Python modules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2860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297680" y="3291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request/response topic pairs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22860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046720" y="32918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interfaces (CLI + web)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0"/>
          </a:xfrm>
          <a:prstGeom prst="line">
            <a:avLst/>
          </a:prstGeom>
          <a:noFill/>
          <a:ln w="12700">
            <a:solidFill>
              <a:srgbClr val="3947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38912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persistence, MQTT, Telegram, and the web UI are implemented and verified end-to-end — including a real concurrency bug found and fixed. The camera cable fault was diagnosed and fixed once; physical door actuation awaits relay hardware.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73579"/>
          </a:solidFill>
          <a:ln/>
        </p:spPr>
      </p:sp>
      <p:sp>
        <p:nvSpPr>
          <p:cNvPr id="3" name="Shape 1"/>
          <p:cNvSpPr/>
          <p:nvPr/>
        </p:nvSpPr>
        <p:spPr>
          <a:xfrm>
            <a:off x="5367528" y="2103120"/>
            <a:ext cx="914400" cy="9144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/home/claude/pptx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3268" y="23088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3977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github.com/yksop/access_control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2026-09-10T19:44:24Z</dcterms:created>
  <dcterms:modified xsi:type="dcterms:W3CDTF">2026-09-10T19:44:24Z</dcterms:modified>
</cp:coreProperties>
</file>